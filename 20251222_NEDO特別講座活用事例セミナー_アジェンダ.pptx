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  <p:sldMasterId id="2147483717" r:id="rId2"/>
  </p:sldMasterIdLst>
  <p:notesMasterIdLst>
    <p:notesMasterId r:id="rId4"/>
  </p:notesMasterIdLst>
  <p:handoutMasterIdLst>
    <p:handoutMasterId r:id="rId5"/>
  </p:handoutMasterIdLst>
  <p:sldIdLst>
    <p:sldId id="2661" r:id="rId3"/>
  </p:sldIdLst>
  <p:sldSz cx="9906000" cy="6858000" type="A4"/>
  <p:notesSz cx="6807200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b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6" userDrawn="1">
          <p15:clr>
            <a:srgbClr val="A4A3A4"/>
          </p15:clr>
        </p15:guide>
        <p15:guide id="2" orient="horz" pos="3117" userDrawn="1">
          <p15:clr>
            <a:srgbClr val="A4A3A4"/>
          </p15:clr>
        </p15:guide>
        <p15:guide id="3" pos="2150" userDrawn="1">
          <p15:clr>
            <a:srgbClr val="A4A3A4"/>
          </p15:clr>
        </p15:guide>
        <p15:guide id="4" pos="2131" userDrawn="1">
          <p15:clr>
            <a:srgbClr val="A4A3A4"/>
          </p15:clr>
        </p15:guide>
        <p15:guide id="5" pos="2132" userDrawn="1">
          <p15:clr>
            <a:srgbClr val="A4A3A4"/>
          </p15:clr>
        </p15:guide>
        <p15:guide id="6" orient="horz" pos="3151" userDrawn="1">
          <p15:clr>
            <a:srgbClr val="A4A3A4"/>
          </p15:clr>
        </p15:guide>
        <p15:guide id="7" orient="horz" pos="3129" userDrawn="1">
          <p15:clr>
            <a:srgbClr val="A4A3A4"/>
          </p15:clr>
        </p15:guide>
        <p15:guide id="8" pos="2163" userDrawn="1">
          <p15:clr>
            <a:srgbClr val="A4A3A4"/>
          </p15:clr>
        </p15:guide>
        <p15:guide id="9" pos="2142" userDrawn="1">
          <p15:clr>
            <a:srgbClr val="A4A3A4"/>
          </p15:clr>
        </p15:guide>
        <p15:guide id="10" pos="214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Rg st="1" end="2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656464"/>
    <a:srgbClr val="C00000"/>
    <a:srgbClr val="7F7F7F"/>
    <a:srgbClr val="003693"/>
    <a:srgbClr val="FF6E00"/>
    <a:srgbClr val="0097D0"/>
    <a:srgbClr val="D99D6C"/>
    <a:srgbClr val="72AEBE"/>
    <a:srgbClr val="948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25" autoAdjust="0"/>
    <p:restoredTop sz="96740" autoAdjust="0"/>
  </p:normalViewPr>
  <p:slideViewPr>
    <p:cSldViewPr>
      <p:cViewPr varScale="1">
        <p:scale>
          <a:sx n="74" d="100"/>
          <a:sy n="74" d="100"/>
        </p:scale>
        <p:origin x="416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0" d="100"/>
          <a:sy n="90" d="100"/>
        </p:scale>
        <p:origin x="-3672" y="-132"/>
      </p:cViewPr>
      <p:guideLst>
        <p:guide orient="horz" pos="3136"/>
        <p:guide orient="horz" pos="3117"/>
        <p:guide pos="2150"/>
        <p:guide pos="2131"/>
        <p:guide pos="2132"/>
        <p:guide orient="horz" pos="3151"/>
        <p:guide orient="horz" pos="3129"/>
        <p:guide pos="2163"/>
        <p:guide pos="2142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0" y="7"/>
            <a:ext cx="2974375" cy="53408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260" tIns="45628" rIns="91260" bIns="45628" numCol="1" anchor="t" anchorCtr="0" compatLnSpc="1">
            <a:prstTxWarp prst="textNoShape">
              <a:avLst/>
            </a:prstTxWarp>
          </a:bodyPr>
          <a:lstStyle>
            <a:lvl1pPr defTabSz="912930">
              <a:defRPr sz="1100" b="0">
                <a:effectLst/>
                <a:ea typeface="MS PGothic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0060" y="7"/>
            <a:ext cx="2893299" cy="53408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260" tIns="45628" rIns="91260" bIns="45628" numCol="1" anchor="t" anchorCtr="0" compatLnSpc="1">
            <a:prstTxWarp prst="textNoShape">
              <a:avLst/>
            </a:prstTxWarp>
          </a:bodyPr>
          <a:lstStyle>
            <a:lvl1pPr algn="r" defTabSz="912930">
              <a:defRPr sz="1100" b="0">
                <a:effectLst/>
                <a:ea typeface="MS PGothic" pitchFamily="50" charset="-128"/>
              </a:defRPr>
            </a:lvl1pPr>
          </a:lstStyle>
          <a:p>
            <a:pPr>
              <a:defRPr/>
            </a:pPr>
            <a:fld id="{605666D7-392F-425E-A305-B213A7CCBCB4}" type="datetimeFigureOut">
              <a:rPr lang="ja-JP" altLang="en-US"/>
              <a:pPr>
                <a:defRPr/>
              </a:pPr>
              <a:t>2025/12/22</a:t>
            </a:fld>
            <a:endParaRPr lang="en-US" altLang="ja-JP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0" y="9449766"/>
            <a:ext cx="2974375" cy="4577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260" tIns="45628" rIns="91260" bIns="45628" numCol="1" anchor="b" anchorCtr="0" compatLnSpc="1">
            <a:prstTxWarp prst="textNoShape">
              <a:avLst/>
            </a:prstTxWarp>
          </a:bodyPr>
          <a:lstStyle>
            <a:lvl1pPr defTabSz="912930">
              <a:defRPr sz="1100" b="0">
                <a:effectLst/>
                <a:ea typeface="MS PGothic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0060" y="9449766"/>
            <a:ext cx="2893299" cy="4577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260" tIns="45628" rIns="91260" bIns="45628" numCol="1" anchor="b" anchorCtr="0" compatLnSpc="1">
            <a:prstTxWarp prst="textNoShape">
              <a:avLst/>
            </a:prstTxWarp>
          </a:bodyPr>
          <a:lstStyle>
            <a:lvl1pPr algn="r" defTabSz="912930">
              <a:defRPr sz="1100" b="0">
                <a:effectLst/>
                <a:ea typeface="MS PGothic" pitchFamily="50" charset="-128"/>
              </a:defRPr>
            </a:lvl1pPr>
          </a:lstStyle>
          <a:p>
            <a:pPr>
              <a:defRPr/>
            </a:pPr>
            <a:fld id="{97CD8791-1210-44A1-96E3-0643A9C06EC6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65704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 bwMode="auto">
          <a:xfrm>
            <a:off x="3" y="5"/>
            <a:ext cx="2952119" cy="494347"/>
          </a:xfrm>
          <a:prstGeom prst="rect">
            <a:avLst/>
          </a:prstGeom>
          <a:noFill/>
          <a:ln>
            <a:noFill/>
          </a:ln>
        </p:spPr>
        <p:txBody>
          <a:bodyPr vert="horz" wrap="square" lIns="91260" tIns="45628" rIns="91260" bIns="45628" numCol="1" anchor="t" anchorCtr="0" compatLnSpc="1">
            <a:prstTxWarp prst="textNoShape">
              <a:avLst/>
            </a:prstTxWarp>
          </a:bodyPr>
          <a:lstStyle>
            <a:lvl1pPr defTabSz="912930">
              <a:defRPr sz="1100" b="0">
                <a:effectLst/>
                <a:latin typeface="Calibri" pitchFamily="34" charset="0"/>
                <a:ea typeface="MS PGothic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 bwMode="auto">
          <a:xfrm>
            <a:off x="3855083" y="5"/>
            <a:ext cx="2950528" cy="494347"/>
          </a:xfrm>
          <a:prstGeom prst="rect">
            <a:avLst/>
          </a:prstGeom>
          <a:noFill/>
          <a:ln>
            <a:noFill/>
          </a:ln>
        </p:spPr>
        <p:txBody>
          <a:bodyPr vert="horz" wrap="square" lIns="91260" tIns="45628" rIns="91260" bIns="45628" numCol="1" anchor="t" anchorCtr="0" compatLnSpc="1">
            <a:prstTxWarp prst="textNoShape">
              <a:avLst/>
            </a:prstTxWarp>
          </a:bodyPr>
          <a:lstStyle>
            <a:lvl1pPr algn="r" defTabSz="912930">
              <a:defRPr sz="1100" b="0">
                <a:effectLst/>
                <a:latin typeface="Calibri" pitchFamily="34" charset="0"/>
                <a:ea typeface="MS PGothic" pitchFamily="50" charset="-128"/>
              </a:defRPr>
            </a:lvl1pPr>
          </a:lstStyle>
          <a:p>
            <a:pPr>
              <a:defRPr/>
            </a:pPr>
            <a:fld id="{3CC358DA-CA51-41D3-BF08-906D6E32076B}" type="datetimeFigureOut">
              <a:rPr lang="ja-JP" altLang="en-US"/>
              <a:pPr>
                <a:defRPr/>
              </a:pPr>
              <a:t>2025/12/22</a:t>
            </a:fld>
            <a:endParaRPr lang="en-US" altLang="ja-JP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4538"/>
            <a:ext cx="5381625" cy="3725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674" tIns="44338" rIns="88674" bIns="44338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 bwMode="auto">
          <a:xfrm>
            <a:off x="682000" y="4720911"/>
            <a:ext cx="5443217" cy="44729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260" tIns="45628" rIns="91260" bIns="456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 bwMode="auto">
          <a:xfrm>
            <a:off x="3" y="9440233"/>
            <a:ext cx="2952119" cy="4975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260" tIns="45628" rIns="91260" bIns="45628" numCol="1" anchor="b" anchorCtr="0" compatLnSpc="1">
            <a:prstTxWarp prst="textNoShape">
              <a:avLst/>
            </a:prstTxWarp>
          </a:bodyPr>
          <a:lstStyle>
            <a:lvl1pPr defTabSz="912930">
              <a:defRPr sz="1100" b="0">
                <a:effectLst/>
                <a:latin typeface="Calibri" pitchFamily="34" charset="0"/>
                <a:ea typeface="MS PGothic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 bwMode="auto">
          <a:xfrm>
            <a:off x="3855083" y="9440233"/>
            <a:ext cx="2950528" cy="4975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260" tIns="45628" rIns="91260" bIns="45628" numCol="1" anchor="b" anchorCtr="0" compatLnSpc="1">
            <a:prstTxWarp prst="textNoShape">
              <a:avLst/>
            </a:prstTxWarp>
          </a:bodyPr>
          <a:lstStyle>
            <a:lvl1pPr algn="r" defTabSz="912930">
              <a:defRPr sz="1100" b="0">
                <a:effectLst/>
                <a:latin typeface="Calibri" pitchFamily="34" charset="0"/>
                <a:ea typeface="MS PGothic" pitchFamily="50" charset="-128"/>
              </a:defRPr>
            </a:lvl1pPr>
          </a:lstStyle>
          <a:p>
            <a:pPr>
              <a:defRPr/>
            </a:pPr>
            <a:fld id="{2826FB49-DD48-44B1-822F-B020647FF74E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350875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F54EB-D24C-412F-AF26-225AA426B5B1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"/>
          </p:nvPr>
        </p:nvSpPr>
        <p:spPr>
          <a:xfrm>
            <a:off x="416498" y="692696"/>
            <a:ext cx="9037002" cy="576064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719138" indent="-360363"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076325" indent="-266700">
              <a:buClr>
                <a:srgbClr val="C00000"/>
              </a:buClr>
              <a:buFont typeface="Wingdings" pitchFamily="2" charset="2"/>
              <a:buChar char="ü"/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00200" indent="-228600">
              <a:buClr>
                <a:srgbClr val="C00000"/>
              </a:buClr>
              <a:buFont typeface="Wingdings" pitchFamily="2" charset="2"/>
              <a:buChar char="ü"/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57400" indent="-228600">
              <a:buClr>
                <a:srgbClr val="C00000"/>
              </a:buClr>
              <a:buFont typeface="Wingdings" pitchFamily="2" charset="2"/>
              <a:buChar char="ü"/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177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0" advTm="15000"/>
    </mc:Choice>
    <mc:Fallback xmlns="">
      <p:transition spd="slow" advTm="1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F54EB-D24C-412F-AF26-225AA426B5B1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233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0" advTm="15000"/>
    </mc:Choice>
    <mc:Fallback xmlns="">
      <p:transition spd="slow" advTm="1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9345488" y="6519869"/>
            <a:ext cx="560512" cy="3381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rgbClr val="898989"/>
                </a:solidFill>
                <a:effectLst/>
                <a:latin typeface="Calibri" pitchFamily="34" charset="0"/>
                <a:ea typeface="MS PGothic" pitchFamily="50" charset="-128"/>
              </a:defRPr>
            </a:lvl1pPr>
          </a:lstStyle>
          <a:p>
            <a:pPr>
              <a:defRPr/>
            </a:pPr>
            <a:fld id="{13DD9DB7-D098-4260-98D7-78E7B70C163B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1967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mc:AlternateContent xmlns:mc="http://schemas.openxmlformats.org/markup-compatibility/2006" xmlns:p14="http://schemas.microsoft.com/office/powerpoint/2010/main">
    <mc:Choice Requires="p14">
      <p:transition spd="slow" p14:dur="15000" advTm="15000"/>
    </mc:Choice>
    <mc:Fallback xmlns="">
      <p:transition spd="slow" advTm="15000"/>
    </mc:Fallback>
  </mc:AlternateConten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00" b="1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ＭＳ Ｐゴシック" charset="-128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ＭＳ Ｐゴシック" charset="-128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ＭＳ Ｐゴシック" charset="-128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ＭＳ Ｐゴシック" charset="-128"/>
          <a:ea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Calibri" pitchFamily="34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Calibri" pitchFamily="34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Calibri" pitchFamily="34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n"/>
        <a:defRPr kumimoji="1"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1338" indent="-182563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p"/>
        <a:defRPr kumimoji="1"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FF"/>
        </a:buClr>
        <a:buFont typeface="HG創英角ｺﾞｼｯｸUB" pitchFamily="49" charset="-128"/>
        <a:buChar char="◎"/>
        <a:defRPr kumimoji="1"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HG創英角ｺﾞｼｯｸUB" pitchFamily="49" charset="-128"/>
        <a:buChar char="◎"/>
        <a:defRPr kumimoji="1"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Font typeface="HG創英角ｺﾞｼｯｸUB" pitchFamily="49" charset="-128"/>
        <a:buChar char="◎"/>
        <a:defRPr kumimoji="1"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3E14C22-E4DA-72AF-3C83-51469BC2F9C8}"/>
              </a:ext>
            </a:extLst>
          </p:cNvPr>
          <p:cNvSpPr/>
          <p:nvPr userDrawn="1"/>
        </p:nvSpPr>
        <p:spPr>
          <a:xfrm>
            <a:off x="-15552" y="5820"/>
            <a:ext cx="9921552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9345488" y="6519869"/>
            <a:ext cx="560512" cy="3381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rgbClr val="898989"/>
                </a:solidFill>
                <a:effectLst/>
                <a:latin typeface="Calibri" pitchFamily="34" charset="0"/>
                <a:ea typeface="MS PGothic" pitchFamily="50" charset="-128"/>
              </a:defRPr>
            </a:lvl1pPr>
          </a:lstStyle>
          <a:p>
            <a:pPr>
              <a:defRPr/>
            </a:pPr>
            <a:fld id="{13DD9DB7-D098-4260-98D7-78E7B70C163B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2458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mc:AlternateContent xmlns:mc="http://schemas.openxmlformats.org/markup-compatibility/2006" xmlns:p14="http://schemas.microsoft.com/office/powerpoint/2010/main">
    <mc:Choice Requires="p14">
      <p:transition spd="slow" p14:dur="15000" advTm="15000"/>
    </mc:Choice>
    <mc:Fallback xmlns="">
      <p:transition spd="slow" advTm="15000"/>
    </mc:Fallback>
  </mc:AlternateConten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00" b="1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ＭＳ Ｐゴシック" charset="-128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ＭＳ Ｐゴシック" charset="-128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ＭＳ Ｐゴシック" charset="-128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ＭＳ Ｐゴシック" charset="-128"/>
          <a:ea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Calibri" pitchFamily="34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Calibri" pitchFamily="34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Calibri" pitchFamily="34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n"/>
        <a:defRPr kumimoji="1"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1338" indent="-182563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p"/>
        <a:defRPr kumimoji="1"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FF"/>
        </a:buClr>
        <a:buFont typeface="HG創英角ｺﾞｼｯｸUB" pitchFamily="49" charset="-128"/>
        <a:buChar char="◎"/>
        <a:defRPr kumimoji="1"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HG創英角ｺﾞｼｯｸUB" pitchFamily="49" charset="-128"/>
        <a:buChar char="◎"/>
        <a:defRPr kumimoji="1"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Font typeface="HG創英角ｺﾞｼｯｸUB" pitchFamily="49" charset="-128"/>
        <a:buChar char="◎"/>
        <a:defRPr kumimoji="1"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D2D94-7E67-4699-918D-8093D0722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6F54EB-D24C-412F-AF26-225AA426B5B1}" type="slidenum">
              <a:rPr kumimoji="1" lang="ja-JP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50" charset="-128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ja-JP" sz="16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50" charset="-128"/>
              <a:cs typeface="+mn-cs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31A5DD8-1E76-4057-A91E-6D60195B6878}"/>
              </a:ext>
            </a:extLst>
          </p:cNvPr>
          <p:cNvSpPr/>
          <p:nvPr/>
        </p:nvSpPr>
        <p:spPr>
          <a:xfrm>
            <a:off x="14680" y="332656"/>
            <a:ext cx="9906000" cy="530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rgbClr val="660033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NEDO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特別講座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rgbClr val="660033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rgbClr val="660033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srgbClr val="660033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Typhoon HIL </a:t>
            </a:r>
            <a:r>
              <a:rPr kumimoji="1" lang="ja-JP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活用事例セミナー</a:t>
            </a:r>
            <a:endParaRPr kumimoji="1" lang="en-US" altLang="ja-JP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ja-JP" sz="32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32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講師：　杉山　潤　様</a:t>
            </a:r>
            <a:endParaRPr kumimoji="1" lang="ja-JP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2025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年</a:t>
            </a:r>
            <a:r>
              <a:rPr lang="en-US" altLang="ja-JP" sz="28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月</a:t>
            </a: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22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日（月） </a:t>
            </a: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10:00</a:t>
            </a: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～</a:t>
            </a:r>
            <a:r>
              <a:rPr kumimoji="1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11:00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ja-JP" sz="280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8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＠早稲田大学　西早稲田キャンパス</a:t>
            </a:r>
            <a:r>
              <a:rPr lang="en-US" altLang="ja-JP" sz="28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121</a:t>
            </a:r>
            <a:r>
              <a:rPr lang="ja-JP" altLang="en-US" sz="28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号館</a:t>
            </a:r>
            <a:r>
              <a:rPr lang="en-US" altLang="ja-JP" sz="28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r>
              <a:rPr lang="ja-JP" altLang="en-US" sz="28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階</a:t>
            </a:r>
            <a:r>
              <a:rPr lang="en-US" altLang="ja-JP" sz="28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407</a:t>
            </a:r>
            <a:r>
              <a:rPr lang="ja-JP" altLang="en-US" sz="280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室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39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theme/theme1.xml><?xml version="1.0" encoding="utf-8"?>
<a:theme xmlns:a="http://schemas.openxmlformats.org/drawingml/2006/main" name="3_ACROSS_Temple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ACROSS_Temple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23961</TotalTime>
  <Words>37</Words>
  <Application>Microsoft Office PowerPoint</Application>
  <PresentationFormat>A4 210 x 297 mm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HG創英角ｺﾞｼｯｸUB</vt:lpstr>
      <vt:lpstr>Meiryo UI</vt:lpstr>
      <vt:lpstr>ＭＳ Ｐゴシック</vt:lpstr>
      <vt:lpstr>Arial</vt:lpstr>
      <vt:lpstr>Calibri</vt:lpstr>
      <vt:lpstr>Wingdings</vt:lpstr>
      <vt:lpstr>3_ACROSS_Templete</vt:lpstr>
      <vt:lpstr>4_ACROSS_Templete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研究機構</dc:title>
  <dc:creator>Yasuhiro Hayashi</dc:creator>
  <cp:lastModifiedBy>昇一</cp:lastModifiedBy>
  <cp:revision>1924</cp:revision>
  <cp:lastPrinted>2020-04-01T01:31:17Z</cp:lastPrinted>
  <dcterms:created xsi:type="dcterms:W3CDTF">2013-10-06T04:41:32Z</dcterms:created>
  <dcterms:modified xsi:type="dcterms:W3CDTF">2025-12-22T00:06:42Z</dcterms:modified>
</cp:coreProperties>
</file>